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euromusclestudy/pysiology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euromusclestudy/pysiology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26E813-5E0E-45C7-A205-EF03988C079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B955A5D8-C506-45EC-BF88-65C50DC9BAB6}">
      <dgm:prSet phldrT="[Text]" custT="1"/>
      <dgm:spPr/>
      <dgm:t>
        <a:bodyPr/>
        <a:lstStyle/>
        <a:p>
          <a:r>
            <a:rPr lang="en-US" sz="1800" noProof="0" dirty="0"/>
            <a:t>Upload files:</a:t>
          </a:r>
        </a:p>
      </dgm:t>
    </dgm:pt>
    <dgm:pt modelId="{C5A062CA-E084-4ADA-B72B-F982C36249CF}" type="parTrans" cxnId="{32CCCE26-C8D3-4549-9B1E-0E1BCDD92DE0}">
      <dgm:prSet/>
      <dgm:spPr/>
      <dgm:t>
        <a:bodyPr/>
        <a:lstStyle/>
        <a:p>
          <a:endParaRPr lang="es-CO"/>
        </a:p>
      </dgm:t>
    </dgm:pt>
    <dgm:pt modelId="{70C5918B-34DA-41D4-A8D1-F090D22831F6}" type="sibTrans" cxnId="{32CCCE26-C8D3-4549-9B1E-0E1BCDD92DE0}">
      <dgm:prSet/>
      <dgm:spPr/>
      <dgm:t>
        <a:bodyPr/>
        <a:lstStyle/>
        <a:p>
          <a:endParaRPr lang="es-CO"/>
        </a:p>
      </dgm:t>
    </dgm:pt>
    <dgm:pt modelId="{88CBEAD5-F01C-434D-9192-0C3C99080BF1}">
      <dgm:prSet phldrT="[Text]" custT="1"/>
      <dgm:spPr/>
      <dgm:t>
        <a:bodyPr/>
        <a:lstStyle/>
        <a:p>
          <a:r>
            <a:rPr lang="en-US" sz="1200" noProof="0" dirty="0"/>
            <a:t>Loading and Saving EMG Data (from .mat to .txt)</a:t>
          </a:r>
        </a:p>
      </dgm:t>
    </dgm:pt>
    <dgm:pt modelId="{0B9C56E3-EC2D-4345-9B92-180EAD6630E7}" type="parTrans" cxnId="{4D514331-E801-47A3-A960-6FA7E23A6C7A}">
      <dgm:prSet/>
      <dgm:spPr/>
      <dgm:t>
        <a:bodyPr/>
        <a:lstStyle/>
        <a:p>
          <a:endParaRPr lang="es-CO"/>
        </a:p>
      </dgm:t>
    </dgm:pt>
    <dgm:pt modelId="{A898D236-6562-4864-927B-EFE91782ECD4}" type="sibTrans" cxnId="{4D514331-E801-47A3-A960-6FA7E23A6C7A}">
      <dgm:prSet/>
      <dgm:spPr/>
      <dgm:t>
        <a:bodyPr/>
        <a:lstStyle/>
        <a:p>
          <a:endParaRPr lang="es-CO"/>
        </a:p>
      </dgm:t>
    </dgm:pt>
    <dgm:pt modelId="{6000F918-0C3D-4FA2-8B44-43EBFD6F9893}">
      <dgm:prSet phldrT="[Text]" custT="1"/>
      <dgm:spPr/>
      <dgm:t>
        <a:bodyPr/>
        <a:lstStyle/>
        <a:p>
          <a:r>
            <a:rPr lang="en-US" sz="1800" noProof="0" dirty="0"/>
            <a:t>Get only the last minute of data</a:t>
          </a:r>
        </a:p>
      </dgm:t>
    </dgm:pt>
    <dgm:pt modelId="{FEDD6BAF-0247-499E-B49E-5EBF24361BC5}" type="parTrans" cxnId="{64CE6C0A-4574-4B1F-81F0-6CE90A1C1744}">
      <dgm:prSet/>
      <dgm:spPr/>
      <dgm:t>
        <a:bodyPr/>
        <a:lstStyle/>
        <a:p>
          <a:endParaRPr lang="es-CO"/>
        </a:p>
      </dgm:t>
    </dgm:pt>
    <dgm:pt modelId="{9AC3480D-0409-4202-BD00-B78A6E643AA7}" type="sibTrans" cxnId="{64CE6C0A-4574-4B1F-81F0-6CE90A1C1744}">
      <dgm:prSet/>
      <dgm:spPr/>
      <dgm:t>
        <a:bodyPr/>
        <a:lstStyle/>
        <a:p>
          <a:endParaRPr lang="es-CO"/>
        </a:p>
      </dgm:t>
    </dgm:pt>
    <dgm:pt modelId="{AFEA1C86-3C5C-410B-97F6-8FE15C155777}">
      <dgm:prSet phldrT="[Text]" custT="1"/>
      <dgm:spPr/>
      <dgm:t>
        <a:bodyPr/>
        <a:lstStyle/>
        <a:p>
          <a:r>
            <a:rPr lang="en-US" sz="1200" noProof="0" dirty="0"/>
            <a:t>Scale Signal to Microvolts</a:t>
          </a:r>
        </a:p>
      </dgm:t>
    </dgm:pt>
    <dgm:pt modelId="{62159028-537B-420F-9CBB-1614A5634D77}" type="parTrans" cxnId="{94A37D23-D982-4893-81E3-4534191AA89B}">
      <dgm:prSet/>
      <dgm:spPr/>
      <dgm:t>
        <a:bodyPr/>
        <a:lstStyle/>
        <a:p>
          <a:endParaRPr lang="es-CO"/>
        </a:p>
      </dgm:t>
    </dgm:pt>
    <dgm:pt modelId="{F22BA21B-AB56-41B2-BD82-B30029F48810}" type="sibTrans" cxnId="{94A37D23-D982-4893-81E3-4534191AA89B}">
      <dgm:prSet/>
      <dgm:spPr/>
      <dgm:t>
        <a:bodyPr/>
        <a:lstStyle/>
        <a:p>
          <a:endParaRPr lang="es-CO"/>
        </a:p>
      </dgm:t>
    </dgm:pt>
    <dgm:pt modelId="{5388841F-2D5B-4659-834F-F7B5566E1A2F}">
      <dgm:prSet phldrT="[Text]" custT="1"/>
      <dgm:spPr/>
      <dgm:t>
        <a:bodyPr/>
        <a:lstStyle/>
        <a:p>
          <a:r>
            <a:rPr lang="en-US" sz="1800" noProof="0" dirty="0"/>
            <a:t>Preprocess signal:</a:t>
          </a:r>
        </a:p>
      </dgm:t>
    </dgm:pt>
    <dgm:pt modelId="{1D961D05-4421-4E4A-B8D2-C6A6018EA31F}" type="parTrans" cxnId="{7B1D556F-421A-40BF-9023-1C879A8C55C6}">
      <dgm:prSet/>
      <dgm:spPr/>
      <dgm:t>
        <a:bodyPr/>
        <a:lstStyle/>
        <a:p>
          <a:endParaRPr lang="es-CO"/>
        </a:p>
      </dgm:t>
    </dgm:pt>
    <dgm:pt modelId="{81BD40C5-AFA8-4B0D-BFC7-3C4396B6F46D}" type="sibTrans" cxnId="{7B1D556F-421A-40BF-9023-1C879A8C55C6}">
      <dgm:prSet/>
      <dgm:spPr/>
      <dgm:t>
        <a:bodyPr/>
        <a:lstStyle/>
        <a:p>
          <a:endParaRPr lang="es-CO"/>
        </a:p>
      </dgm:t>
    </dgm:pt>
    <dgm:pt modelId="{105B3EF7-8B66-4B8C-B3B4-242178FB2DC6}">
      <dgm:prSet phldrT="[Text]" custT="1"/>
      <dgm:spPr/>
      <dgm:t>
        <a:bodyPr/>
        <a:lstStyle/>
        <a:p>
          <a:r>
            <a:rPr lang="en-US" sz="1200" noProof="0" dirty="0"/>
            <a:t>Input: Raw EMG signal</a:t>
          </a:r>
        </a:p>
      </dgm:t>
    </dgm:pt>
    <dgm:pt modelId="{C7B372D2-ED71-467D-92B0-4B1AC58B200C}" type="parTrans" cxnId="{BA6381A9-C7C8-493B-9714-1A1FF80A6ED0}">
      <dgm:prSet/>
      <dgm:spPr/>
      <dgm:t>
        <a:bodyPr/>
        <a:lstStyle/>
        <a:p>
          <a:endParaRPr lang="es-CO"/>
        </a:p>
      </dgm:t>
    </dgm:pt>
    <dgm:pt modelId="{6923E6D3-1126-46BA-AF79-209DAA0946CD}" type="sibTrans" cxnId="{BA6381A9-C7C8-493B-9714-1A1FF80A6ED0}">
      <dgm:prSet/>
      <dgm:spPr/>
      <dgm:t>
        <a:bodyPr/>
        <a:lstStyle/>
        <a:p>
          <a:endParaRPr lang="es-CO"/>
        </a:p>
      </dgm:t>
    </dgm:pt>
    <dgm:pt modelId="{446A002B-F2E2-4747-8607-8C5CDEC1BAF6}">
      <dgm:prSet phldrT="[Text]" custT="1"/>
      <dgm:spPr/>
      <dgm:t>
        <a:bodyPr/>
        <a:lstStyle/>
        <a:p>
          <a:r>
            <a:rPr lang="en-US" sz="1800" noProof="0" dirty="0"/>
            <a:t>Segment-based feature extraction</a:t>
          </a:r>
        </a:p>
      </dgm:t>
    </dgm:pt>
    <dgm:pt modelId="{B45A74DE-51ED-4C44-B791-51526EB79CD6}" type="parTrans" cxnId="{C36E0DBE-8D33-459B-B5EE-C32D50CAFB6B}">
      <dgm:prSet/>
      <dgm:spPr/>
      <dgm:t>
        <a:bodyPr/>
        <a:lstStyle/>
        <a:p>
          <a:endParaRPr lang="es-CO"/>
        </a:p>
      </dgm:t>
    </dgm:pt>
    <dgm:pt modelId="{E4B513FF-4CAD-4F9F-A0B6-4AC756A4B600}" type="sibTrans" cxnId="{C36E0DBE-8D33-459B-B5EE-C32D50CAFB6B}">
      <dgm:prSet/>
      <dgm:spPr/>
      <dgm:t>
        <a:bodyPr/>
        <a:lstStyle/>
        <a:p>
          <a:endParaRPr lang="es-CO"/>
        </a:p>
      </dgm:t>
    </dgm:pt>
    <dgm:pt modelId="{B7221D4F-8119-49B7-8F99-6C06FFB2429F}">
      <dgm:prSet custT="1"/>
      <dgm:spPr/>
      <dgm:t>
        <a:bodyPr/>
        <a:lstStyle/>
        <a:p>
          <a:r>
            <a:rPr lang="en-US" sz="1200" noProof="0" dirty="0"/>
            <a:t>Input: .mat file </a:t>
          </a:r>
          <a:r>
            <a:rPr lang="en-US" sz="1200" noProof="0" dirty="0">
              <a:sym typeface="Wingdings" panose="05000000000000000000" pitchFamily="2" charset="2"/>
            </a:rPr>
            <a:t> </a:t>
          </a:r>
          <a:r>
            <a:rPr lang="en-US" sz="1200" noProof="0" dirty="0"/>
            <a:t>extract EMG &amp; timestamps</a:t>
          </a:r>
        </a:p>
      </dgm:t>
    </dgm:pt>
    <dgm:pt modelId="{0DC59F17-3935-4DFE-9087-A0BC43722408}" type="parTrans" cxnId="{0B02AC5B-D633-4E10-AB6F-71FFE4895ADF}">
      <dgm:prSet/>
      <dgm:spPr/>
      <dgm:t>
        <a:bodyPr/>
        <a:lstStyle/>
        <a:p>
          <a:endParaRPr lang="es-CO"/>
        </a:p>
      </dgm:t>
    </dgm:pt>
    <dgm:pt modelId="{6D260D1C-6DF2-48A9-806A-4F979F71C3B3}" type="sibTrans" cxnId="{0B02AC5B-D633-4E10-AB6F-71FFE4895ADF}">
      <dgm:prSet/>
      <dgm:spPr/>
      <dgm:t>
        <a:bodyPr/>
        <a:lstStyle/>
        <a:p>
          <a:endParaRPr lang="es-CO"/>
        </a:p>
      </dgm:t>
    </dgm:pt>
    <dgm:pt modelId="{D7F59F5A-2D5E-430E-972D-17ACCBC33645}">
      <dgm:prSet custT="1"/>
      <dgm:spPr/>
      <dgm:t>
        <a:bodyPr/>
        <a:lstStyle/>
        <a:p>
          <a:r>
            <a:rPr lang="en-US" sz="1200" noProof="0" dirty="0"/>
            <a:t>Output: .txt </a:t>
          </a:r>
          <a:r>
            <a:rPr lang="en-US" sz="1200" noProof="0" dirty="0">
              <a:sym typeface="Wingdings" panose="05000000000000000000" pitchFamily="2" charset="2"/>
            </a:rPr>
            <a:t> </a:t>
          </a:r>
          <a:r>
            <a:rPr lang="en-US" sz="1200" noProof="0" dirty="0"/>
            <a:t>(channel 1 + timestamp)</a:t>
          </a:r>
        </a:p>
      </dgm:t>
    </dgm:pt>
    <dgm:pt modelId="{C60EF588-2B35-4239-87DE-F922AD6F5E4B}" type="parTrans" cxnId="{741DF84C-2A9D-46BD-AAB0-843E27D631D8}">
      <dgm:prSet/>
      <dgm:spPr/>
      <dgm:t>
        <a:bodyPr/>
        <a:lstStyle/>
        <a:p>
          <a:endParaRPr lang="es-CO"/>
        </a:p>
      </dgm:t>
    </dgm:pt>
    <dgm:pt modelId="{3C9F00F8-6455-4E8D-B9D3-2B098A37A4EE}" type="sibTrans" cxnId="{741DF84C-2A9D-46BD-AAB0-843E27D631D8}">
      <dgm:prSet/>
      <dgm:spPr/>
      <dgm:t>
        <a:bodyPr/>
        <a:lstStyle/>
        <a:p>
          <a:endParaRPr lang="es-CO"/>
        </a:p>
      </dgm:t>
    </dgm:pt>
    <dgm:pt modelId="{E1F3713E-5EBF-400A-803A-CB3E191060CC}">
      <dgm:prSet custT="1"/>
      <dgm:spPr/>
      <dgm:t>
        <a:bodyPr/>
        <a:lstStyle/>
        <a:p>
          <a:r>
            <a:rPr kumimoji="0" lang="en-US" sz="1200" i="0" strike="noStrike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nk.emg_clean</a:t>
          </a:r>
          <a:r>
            <a:rPr lang="en-US" sz="1200" noProof="0" dirty="0"/>
            <a:t>: (20–450 Hz bandpass)</a:t>
          </a:r>
          <a:endParaRPr kumimoji="0" lang="en-US" sz="1200" i="0" strike="noStrike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1FD2E97E-1018-4466-802B-5E56E17D94E6}" type="parTrans" cxnId="{CA8E469D-E1AE-4CAC-BDCF-6D5A2D094F60}">
      <dgm:prSet/>
      <dgm:spPr/>
      <dgm:t>
        <a:bodyPr/>
        <a:lstStyle/>
        <a:p>
          <a:endParaRPr lang="es-CO"/>
        </a:p>
      </dgm:t>
    </dgm:pt>
    <dgm:pt modelId="{E6543065-9D19-4CCE-A97E-904783B6C83D}" type="sibTrans" cxnId="{CA8E469D-E1AE-4CAC-BDCF-6D5A2D094F60}">
      <dgm:prSet/>
      <dgm:spPr/>
      <dgm:t>
        <a:bodyPr/>
        <a:lstStyle/>
        <a:p>
          <a:endParaRPr lang="es-CO"/>
        </a:p>
      </dgm:t>
    </dgm:pt>
    <dgm:pt modelId="{16B9DC1D-3845-4C0D-A50D-963C63F18EFC}">
      <dgm:prSet custT="1"/>
      <dgm:spPr/>
      <dgm:t>
        <a:bodyPr/>
        <a:lstStyle/>
        <a:p>
          <a:r>
            <a:rPr kumimoji="0" lang="en-US" sz="1200" i="0" strike="noStrike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np.abs</a:t>
          </a:r>
          <a:r>
            <a:rPr lang="en-US" sz="1200" noProof="0" dirty="0"/>
            <a:t>: rectifies the signal.</a:t>
          </a:r>
          <a:endParaRPr kumimoji="0" lang="en-US" sz="1200" i="0" strike="noStrike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63374FEC-D886-4108-A5D9-628F86A1EB72}" type="parTrans" cxnId="{A31735FB-1B42-46A0-8B7A-2F3AB278E864}">
      <dgm:prSet/>
      <dgm:spPr/>
      <dgm:t>
        <a:bodyPr/>
        <a:lstStyle/>
        <a:p>
          <a:endParaRPr lang="es-CO"/>
        </a:p>
      </dgm:t>
    </dgm:pt>
    <dgm:pt modelId="{CAFA4C29-DDEC-402D-88A2-A8F9A3E3A432}" type="sibTrans" cxnId="{A31735FB-1B42-46A0-8B7A-2F3AB278E864}">
      <dgm:prSet/>
      <dgm:spPr/>
      <dgm:t>
        <a:bodyPr/>
        <a:lstStyle/>
        <a:p>
          <a:endParaRPr lang="es-CO"/>
        </a:p>
      </dgm:t>
    </dgm:pt>
    <dgm:pt modelId="{C0548828-B3EE-46FB-98BA-2ECE3C92E737}">
      <dgm:prSet custT="1"/>
      <dgm:spPr/>
      <dgm:t>
        <a:bodyPr/>
        <a:lstStyle/>
        <a:p>
          <a:r>
            <a:rPr kumimoji="0" lang="en-US" sz="1200" i="0" strike="noStrike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nk.signal_smooth</a:t>
          </a:r>
          <a:r>
            <a:rPr lang="en-US" sz="1200" noProof="0" dirty="0"/>
            <a:t>: smooth the rectified signal </a:t>
          </a:r>
          <a:endParaRPr kumimoji="0" lang="en-US" sz="1200" i="0" strike="noStrike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D3FF8850-81D3-4574-9164-2DFAEE1BCD93}" type="parTrans" cxnId="{EA1EA89B-A9F1-4748-AFBF-7686E0E8CD57}">
      <dgm:prSet/>
      <dgm:spPr/>
      <dgm:t>
        <a:bodyPr/>
        <a:lstStyle/>
        <a:p>
          <a:endParaRPr lang="es-CO"/>
        </a:p>
      </dgm:t>
    </dgm:pt>
    <dgm:pt modelId="{0509BF03-485A-4208-90C0-8C0D359C4BD0}" type="sibTrans" cxnId="{EA1EA89B-A9F1-4748-AFBF-7686E0E8CD57}">
      <dgm:prSet/>
      <dgm:spPr/>
      <dgm:t>
        <a:bodyPr/>
        <a:lstStyle/>
        <a:p>
          <a:endParaRPr lang="es-CO"/>
        </a:p>
      </dgm:t>
    </dgm:pt>
    <dgm:pt modelId="{BC4D9478-7AAD-4871-9C7D-C371AD3791FC}">
      <dgm:prSet custT="1"/>
      <dgm:spPr/>
      <dgm:t>
        <a:bodyPr/>
        <a:lstStyle/>
        <a:p>
          <a:r>
            <a:rPr kumimoji="0" lang="en-US" sz="1200" i="0" strike="noStrike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nk.emg_amplitude</a:t>
          </a:r>
          <a:r>
            <a:rPr lang="en-US" sz="1200" noProof="0" dirty="0"/>
            <a:t>: estimates the amplitude envelope</a:t>
          </a:r>
          <a:endParaRPr kumimoji="0" lang="en-US" sz="1200" i="0" strike="noStrike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</dgm:t>
    </dgm:pt>
    <dgm:pt modelId="{EB2D62C6-924C-459F-A6BD-AA91632F1BEA}" type="parTrans" cxnId="{C59162D1-C36F-4C13-9512-2632F70EB50A}">
      <dgm:prSet/>
      <dgm:spPr/>
      <dgm:t>
        <a:bodyPr/>
        <a:lstStyle/>
        <a:p>
          <a:endParaRPr lang="es-CO"/>
        </a:p>
      </dgm:t>
    </dgm:pt>
    <dgm:pt modelId="{235B0CC2-6E43-42BD-B502-827F4783394B}" type="sibTrans" cxnId="{C59162D1-C36F-4C13-9512-2632F70EB50A}">
      <dgm:prSet/>
      <dgm:spPr/>
      <dgm:t>
        <a:bodyPr/>
        <a:lstStyle/>
        <a:p>
          <a:endParaRPr lang="es-CO"/>
        </a:p>
      </dgm:t>
    </dgm:pt>
    <dgm:pt modelId="{C7F2851C-16AF-45D2-942E-F92E23AAD14B}">
      <dgm:prSet phldrT="[Text]" custT="1"/>
      <dgm:spPr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9060" tIns="49530" rIns="99060" bIns="49530" numCol="1" spcCol="1270" anchor="ctr" anchorCtr="0"/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US" sz="1800" kern="1200" noProof="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Save processed features to file</a:t>
          </a:r>
        </a:p>
      </dgm:t>
    </dgm:pt>
    <dgm:pt modelId="{BC046E2B-D18A-46E9-A2D2-67CDC524F8F4}" type="parTrans" cxnId="{B5E1E8E2-95EA-43B0-8E31-A6A267289D36}">
      <dgm:prSet/>
      <dgm:spPr/>
      <dgm:t>
        <a:bodyPr/>
        <a:lstStyle/>
        <a:p>
          <a:endParaRPr lang="es-CO"/>
        </a:p>
      </dgm:t>
    </dgm:pt>
    <dgm:pt modelId="{376C9047-ADA2-49C9-821F-94A72E2FCCC9}" type="sibTrans" cxnId="{B5E1E8E2-95EA-43B0-8E31-A6A267289D36}">
      <dgm:prSet/>
      <dgm:spPr/>
      <dgm:t>
        <a:bodyPr/>
        <a:lstStyle/>
        <a:p>
          <a:endParaRPr lang="es-CO"/>
        </a:p>
      </dgm:t>
    </dgm:pt>
    <dgm:pt modelId="{7705B7F2-D594-4E53-BE28-87F3A5FEA5FC}">
      <dgm:prSet phldrT="[Text]"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sz="1200" i="0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rPr>
            <a:t>Divides the EMG signal into equal-length segments.</a:t>
          </a:r>
          <a:endParaRPr lang="en-US" sz="1200" noProof="0" dirty="0"/>
        </a:p>
      </dgm:t>
    </dgm:pt>
    <dgm:pt modelId="{E70B8DA9-9C02-4307-951A-2F1A802DDC2F}" type="parTrans" cxnId="{14FC2C1B-F1CD-4B3C-A791-0762D976D495}">
      <dgm:prSet/>
      <dgm:spPr/>
      <dgm:t>
        <a:bodyPr/>
        <a:lstStyle/>
        <a:p>
          <a:endParaRPr lang="es-CO"/>
        </a:p>
      </dgm:t>
    </dgm:pt>
    <dgm:pt modelId="{20DD23D6-0B95-4476-AB70-13E85EE0D224}" type="sibTrans" cxnId="{14FC2C1B-F1CD-4B3C-A791-0762D976D495}">
      <dgm:prSet/>
      <dgm:spPr/>
      <dgm:t>
        <a:bodyPr/>
        <a:lstStyle/>
        <a:p>
          <a:endParaRPr lang="es-CO"/>
        </a:p>
      </dgm:t>
    </dgm:pt>
    <dgm:pt modelId="{BA463F65-2A9C-4496-8707-8D914D18E1F4}">
      <dgm:prSet custT="1"/>
      <dgm:spPr/>
      <dgm:t>
        <a:bodyPr/>
        <a:lstStyle/>
        <a:p>
          <a:r>
            <a:rPr kumimoji="0" lang="en-US" sz="1200" i="0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rPr>
            <a:t>Extracts 10 features per segment, using the </a:t>
          </a:r>
          <a:r>
            <a:rPr kumimoji="0" lang="en-US" sz="1200" i="0" strike="noStrike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  <a:hlinkClick xmlns:r="http://schemas.openxmlformats.org/officeDocument/2006/relationships" r:id="rId1"/>
            </a:rPr>
            <a:t>pysiology</a:t>
          </a:r>
          <a:r>
            <a:rPr kumimoji="0" lang="en-US" sz="1200" i="0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</a:rPr>
            <a:t> library</a:t>
          </a:r>
          <a:endParaRPr lang="en-US" sz="1200" noProof="0" dirty="0"/>
        </a:p>
      </dgm:t>
    </dgm:pt>
    <dgm:pt modelId="{B1AE03A6-1170-4576-B93E-2EBB33ED6EBF}" type="parTrans" cxnId="{D7663FBB-2447-4B89-8447-33AE58935BA3}">
      <dgm:prSet/>
      <dgm:spPr/>
      <dgm:t>
        <a:bodyPr/>
        <a:lstStyle/>
        <a:p>
          <a:endParaRPr lang="es-CO"/>
        </a:p>
      </dgm:t>
    </dgm:pt>
    <dgm:pt modelId="{AE3CD187-CB42-479B-B178-4CB70DCE51A8}" type="sibTrans" cxnId="{D7663FBB-2447-4B89-8447-33AE58935BA3}">
      <dgm:prSet/>
      <dgm:spPr/>
      <dgm:t>
        <a:bodyPr/>
        <a:lstStyle/>
        <a:p>
          <a:endParaRPr lang="es-CO"/>
        </a:p>
      </dgm:t>
    </dgm:pt>
    <dgm:pt modelId="{8BA694B2-08E6-4F19-8A4D-000DCF909362}">
      <dgm:prSet custT="1"/>
      <dgm:spPr/>
      <dgm:t>
        <a:bodyPr/>
        <a:lstStyle/>
        <a:p>
          <a:r>
            <a:rPr lang="en-US" sz="1200" noProof="0" dirty="0"/>
            <a:t>Time-Domain: MAV, RMS, WL, ZC, IEMG, WAMP, VAR, </a:t>
          </a:r>
          <a:r>
            <a:rPr lang="en-US" sz="1200" noProof="0" dirty="0" err="1"/>
            <a:t>LogD</a:t>
          </a:r>
          <a:endParaRPr lang="en-US" sz="1200" noProof="0" dirty="0"/>
        </a:p>
      </dgm:t>
    </dgm:pt>
    <dgm:pt modelId="{58D06928-80B8-48B3-BF79-E395A6879A9F}" type="parTrans" cxnId="{CD041677-0B8B-4704-B392-EEF09ED08540}">
      <dgm:prSet/>
      <dgm:spPr/>
      <dgm:t>
        <a:bodyPr/>
        <a:lstStyle/>
        <a:p>
          <a:endParaRPr lang="es-CO"/>
        </a:p>
      </dgm:t>
    </dgm:pt>
    <dgm:pt modelId="{6DCBA5F5-9B57-4C74-B25C-CF3D2974CD2F}" type="sibTrans" cxnId="{CD041677-0B8B-4704-B392-EEF09ED08540}">
      <dgm:prSet/>
      <dgm:spPr/>
      <dgm:t>
        <a:bodyPr/>
        <a:lstStyle/>
        <a:p>
          <a:endParaRPr lang="es-CO"/>
        </a:p>
      </dgm:t>
    </dgm:pt>
    <dgm:pt modelId="{EB86C157-7952-4471-89B0-94208B8F0B64}">
      <dgm:prSet custT="1"/>
      <dgm:spPr/>
      <dgm:t>
        <a:bodyPr/>
        <a:lstStyle/>
        <a:p>
          <a:r>
            <a:rPr lang="en-US" sz="1200" noProof="0" dirty="0"/>
            <a:t>Frequency-Domain: MNF, MDF</a:t>
          </a:r>
        </a:p>
      </dgm:t>
    </dgm:pt>
    <dgm:pt modelId="{6FD29979-44DA-4337-9E10-31EDB216E9A0}" type="parTrans" cxnId="{8BC23DE6-9C45-46A3-9237-C404C6B7A3E3}">
      <dgm:prSet/>
      <dgm:spPr/>
      <dgm:t>
        <a:bodyPr/>
        <a:lstStyle/>
        <a:p>
          <a:endParaRPr lang="es-CO"/>
        </a:p>
      </dgm:t>
    </dgm:pt>
    <dgm:pt modelId="{8A9F63D7-1B6B-4548-9CF2-0BCF85A09D2D}" type="sibTrans" cxnId="{8BC23DE6-9C45-46A3-9237-C404C6B7A3E3}">
      <dgm:prSet/>
      <dgm:spPr/>
      <dgm:t>
        <a:bodyPr/>
        <a:lstStyle/>
        <a:p>
          <a:endParaRPr lang="es-CO"/>
        </a:p>
      </dgm:t>
    </dgm:pt>
    <dgm:pt modelId="{EBF3BD1C-3CD9-49C5-B5B1-A3A5255AD0DB}">
      <dgm:prSet phldrT="[Text]" custT="1"/>
      <dgm:spPr/>
      <dgm:t>
        <a:bodyPr/>
        <a:lstStyle/>
        <a:p>
          <a:r>
            <a:rPr lang="en-US" sz="1200" noProof="0" dirty="0"/>
            <a:t>Output: A </a:t>
          </a:r>
          <a:r>
            <a:rPr lang="en-US" sz="1200" noProof="0" dirty="0" err="1"/>
            <a:t>DataFrame</a:t>
          </a:r>
          <a:r>
            <a:rPr lang="en-US" sz="1200" noProof="0" dirty="0"/>
            <a:t> with different signal transformations</a:t>
          </a:r>
        </a:p>
      </dgm:t>
    </dgm:pt>
    <dgm:pt modelId="{D97D9CFD-6C9C-4CE1-AA3B-24795E2F7F77}" type="parTrans" cxnId="{51D120AC-9316-4FAA-935B-13D539F82A8E}">
      <dgm:prSet/>
      <dgm:spPr/>
      <dgm:t>
        <a:bodyPr/>
        <a:lstStyle/>
        <a:p>
          <a:endParaRPr lang="es-CO"/>
        </a:p>
      </dgm:t>
    </dgm:pt>
    <dgm:pt modelId="{5C25A9FD-54F3-4E7C-8818-8ABFBEBC87C2}" type="sibTrans" cxnId="{51D120AC-9316-4FAA-935B-13D539F82A8E}">
      <dgm:prSet/>
      <dgm:spPr/>
      <dgm:t>
        <a:bodyPr/>
        <a:lstStyle/>
        <a:p>
          <a:endParaRPr lang="es-CO"/>
        </a:p>
      </dgm:t>
    </dgm:pt>
    <dgm:pt modelId="{C10800ED-5C2D-4DC0-8722-7163A88AEF87}" type="pres">
      <dgm:prSet presAssocID="{6A26E813-5E0E-45C7-A205-EF03988C079C}" presName="Name0" presStyleCnt="0">
        <dgm:presLayoutVars>
          <dgm:dir/>
          <dgm:animLvl val="lvl"/>
          <dgm:resizeHandles val="exact"/>
        </dgm:presLayoutVars>
      </dgm:prSet>
      <dgm:spPr/>
    </dgm:pt>
    <dgm:pt modelId="{E4086307-2A77-4FED-9A90-73F496FA53F8}" type="pres">
      <dgm:prSet presAssocID="{B955A5D8-C506-45EC-BF88-65C50DC9BAB6}" presName="linNode" presStyleCnt="0"/>
      <dgm:spPr/>
    </dgm:pt>
    <dgm:pt modelId="{0CDA47E5-EA45-4492-95AE-97DA219E331C}" type="pres">
      <dgm:prSet presAssocID="{B955A5D8-C506-45EC-BF88-65C50DC9BAB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87D6047A-F970-4C62-8EFD-E399A0DED105}" type="pres">
      <dgm:prSet presAssocID="{B955A5D8-C506-45EC-BF88-65C50DC9BAB6}" presName="descendantText" presStyleLbl="alignAccFollowNode1" presStyleIdx="0" presStyleCnt="4">
        <dgm:presLayoutVars>
          <dgm:bulletEnabled val="1"/>
        </dgm:presLayoutVars>
      </dgm:prSet>
      <dgm:spPr/>
    </dgm:pt>
    <dgm:pt modelId="{468E935E-9B43-43C4-B0F0-D25E5A60AE76}" type="pres">
      <dgm:prSet presAssocID="{70C5918B-34DA-41D4-A8D1-F090D22831F6}" presName="sp" presStyleCnt="0"/>
      <dgm:spPr/>
    </dgm:pt>
    <dgm:pt modelId="{2CCE2A27-39A4-4BC4-921F-47E1CFB621EB}" type="pres">
      <dgm:prSet presAssocID="{6000F918-0C3D-4FA2-8B44-43EBFD6F9893}" presName="linNode" presStyleCnt="0"/>
      <dgm:spPr/>
    </dgm:pt>
    <dgm:pt modelId="{F32015A2-96C0-40AF-A857-EA73200BB6C3}" type="pres">
      <dgm:prSet presAssocID="{6000F918-0C3D-4FA2-8B44-43EBFD6F9893}" presName="parentText" presStyleLbl="node1" presStyleIdx="1" presStyleCnt="5" custScaleY="81359">
        <dgm:presLayoutVars>
          <dgm:chMax val="1"/>
          <dgm:bulletEnabled val="1"/>
        </dgm:presLayoutVars>
      </dgm:prSet>
      <dgm:spPr/>
    </dgm:pt>
    <dgm:pt modelId="{E92B3E30-F25E-49E3-92B4-368CAABBC1D0}" type="pres">
      <dgm:prSet presAssocID="{6000F918-0C3D-4FA2-8B44-43EBFD6F9893}" presName="descendantText" presStyleLbl="alignAccFollowNode1" presStyleIdx="1" presStyleCnt="4" custScaleY="54032">
        <dgm:presLayoutVars>
          <dgm:bulletEnabled val="1"/>
        </dgm:presLayoutVars>
      </dgm:prSet>
      <dgm:spPr/>
    </dgm:pt>
    <dgm:pt modelId="{B1F05AE8-FEFE-406C-ACA5-68FDAC2CB922}" type="pres">
      <dgm:prSet presAssocID="{9AC3480D-0409-4202-BD00-B78A6E643AA7}" presName="sp" presStyleCnt="0"/>
      <dgm:spPr/>
    </dgm:pt>
    <dgm:pt modelId="{0F1E2BD9-E4AF-4FBE-9E04-3889B08088B3}" type="pres">
      <dgm:prSet presAssocID="{5388841F-2D5B-4659-834F-F7B5566E1A2F}" presName="linNode" presStyleCnt="0"/>
      <dgm:spPr/>
    </dgm:pt>
    <dgm:pt modelId="{062092CB-E824-4A2B-BC8A-42795226D784}" type="pres">
      <dgm:prSet presAssocID="{5388841F-2D5B-4659-834F-F7B5566E1A2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A14DCD21-7973-4B09-B18F-621EA77033AF}" type="pres">
      <dgm:prSet presAssocID="{5388841F-2D5B-4659-834F-F7B5566E1A2F}" presName="descendantText" presStyleLbl="alignAccFollowNode1" presStyleIdx="2" presStyleCnt="4" custScaleY="171887">
        <dgm:presLayoutVars>
          <dgm:bulletEnabled val="1"/>
        </dgm:presLayoutVars>
      </dgm:prSet>
      <dgm:spPr/>
    </dgm:pt>
    <dgm:pt modelId="{2CA6A604-F554-46B7-9E54-E612675F02D4}" type="pres">
      <dgm:prSet presAssocID="{81BD40C5-AFA8-4B0D-BFC7-3C4396B6F46D}" presName="sp" presStyleCnt="0"/>
      <dgm:spPr/>
    </dgm:pt>
    <dgm:pt modelId="{BCA70656-9D0D-4791-93A1-82B653D61584}" type="pres">
      <dgm:prSet presAssocID="{446A002B-F2E2-4747-8607-8C5CDEC1BAF6}" presName="linNode" presStyleCnt="0"/>
      <dgm:spPr/>
    </dgm:pt>
    <dgm:pt modelId="{27A7D28B-4B18-4439-B016-1D4CB55B4D5A}" type="pres">
      <dgm:prSet presAssocID="{446A002B-F2E2-4747-8607-8C5CDEC1BAF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8A4F602B-613B-4B19-8368-85B10C071794}" type="pres">
      <dgm:prSet presAssocID="{446A002B-F2E2-4747-8607-8C5CDEC1BAF6}" presName="descendantText" presStyleLbl="alignAccFollowNode1" presStyleIdx="3" presStyleCnt="4" custScaleY="105128">
        <dgm:presLayoutVars>
          <dgm:bulletEnabled val="1"/>
        </dgm:presLayoutVars>
      </dgm:prSet>
      <dgm:spPr/>
    </dgm:pt>
    <dgm:pt modelId="{A0FB9656-F7C4-45B8-9192-7AC1A8CCA853}" type="pres">
      <dgm:prSet presAssocID="{E4B513FF-4CAD-4F9F-A0B6-4AC756A4B600}" presName="sp" presStyleCnt="0"/>
      <dgm:spPr/>
    </dgm:pt>
    <dgm:pt modelId="{F6359BAF-F41A-490F-B9C2-CCE7CBC94872}" type="pres">
      <dgm:prSet presAssocID="{C7F2851C-16AF-45D2-942E-F92E23AAD14B}" presName="linNode" presStyleCnt="0"/>
      <dgm:spPr/>
    </dgm:pt>
    <dgm:pt modelId="{735CCC6B-B2D1-4D0A-82E4-2E36037231F8}" type="pres">
      <dgm:prSet presAssocID="{C7F2851C-16AF-45D2-942E-F92E23AAD14B}" presName="parentText" presStyleLbl="node1" presStyleIdx="4" presStyleCnt="5" custScaleY="83247">
        <dgm:presLayoutVars>
          <dgm:chMax val="1"/>
          <dgm:bulletEnabled val="1"/>
        </dgm:presLayoutVars>
      </dgm:prSet>
      <dgm:spPr>
        <a:xfrm>
          <a:off x="0" y="4375150"/>
          <a:ext cx="2926080" cy="1041135"/>
        </a:xfrm>
        <a:prstGeom prst="roundRect">
          <a:avLst/>
        </a:prstGeom>
      </dgm:spPr>
    </dgm:pt>
  </dgm:ptLst>
  <dgm:cxnLst>
    <dgm:cxn modelId="{64CE6C0A-4574-4B1F-81F0-6CE90A1C1744}" srcId="{6A26E813-5E0E-45C7-A205-EF03988C079C}" destId="{6000F918-0C3D-4FA2-8B44-43EBFD6F9893}" srcOrd="1" destOrd="0" parTransId="{FEDD6BAF-0247-499E-B49E-5EBF24361BC5}" sibTransId="{9AC3480D-0409-4202-BD00-B78A6E643AA7}"/>
    <dgm:cxn modelId="{08B8110D-7229-4B67-BC8B-1009CC4A9AD3}" type="presOf" srcId="{BA463F65-2A9C-4496-8707-8D914D18E1F4}" destId="{8A4F602B-613B-4B19-8368-85B10C071794}" srcOrd="0" destOrd="1" presId="urn:microsoft.com/office/officeart/2005/8/layout/vList5"/>
    <dgm:cxn modelId="{14FC2C1B-F1CD-4B3C-A791-0762D976D495}" srcId="{446A002B-F2E2-4747-8607-8C5CDEC1BAF6}" destId="{7705B7F2-D594-4E53-BE28-87F3A5FEA5FC}" srcOrd="0" destOrd="0" parTransId="{E70B8DA9-9C02-4307-951A-2F1A802DDC2F}" sibTransId="{20DD23D6-0B95-4476-AB70-13E85EE0D224}"/>
    <dgm:cxn modelId="{72384A23-7030-477E-9C7A-9E534F939155}" type="presOf" srcId="{B955A5D8-C506-45EC-BF88-65C50DC9BAB6}" destId="{0CDA47E5-EA45-4492-95AE-97DA219E331C}" srcOrd="0" destOrd="0" presId="urn:microsoft.com/office/officeart/2005/8/layout/vList5"/>
    <dgm:cxn modelId="{94A37D23-D982-4893-81E3-4534191AA89B}" srcId="{6000F918-0C3D-4FA2-8B44-43EBFD6F9893}" destId="{AFEA1C86-3C5C-410B-97F6-8FE15C155777}" srcOrd="0" destOrd="0" parTransId="{62159028-537B-420F-9CBB-1614A5634D77}" sibTransId="{F22BA21B-AB56-41B2-BD82-B30029F48810}"/>
    <dgm:cxn modelId="{32CCCE26-C8D3-4549-9B1E-0E1BCDD92DE0}" srcId="{6A26E813-5E0E-45C7-A205-EF03988C079C}" destId="{B955A5D8-C506-45EC-BF88-65C50DC9BAB6}" srcOrd="0" destOrd="0" parTransId="{C5A062CA-E084-4ADA-B72B-F982C36249CF}" sibTransId="{70C5918B-34DA-41D4-A8D1-F090D22831F6}"/>
    <dgm:cxn modelId="{4D514331-E801-47A3-A960-6FA7E23A6C7A}" srcId="{B955A5D8-C506-45EC-BF88-65C50DC9BAB6}" destId="{88CBEAD5-F01C-434D-9192-0C3C99080BF1}" srcOrd="0" destOrd="0" parTransId="{0B9C56E3-EC2D-4345-9B92-180EAD6630E7}" sibTransId="{A898D236-6562-4864-927B-EFE91782ECD4}"/>
    <dgm:cxn modelId="{0E537C35-0DC8-4DE8-B924-9ACC0DCFBC33}" type="presOf" srcId="{AFEA1C86-3C5C-410B-97F6-8FE15C155777}" destId="{E92B3E30-F25E-49E3-92B4-368CAABBC1D0}" srcOrd="0" destOrd="0" presId="urn:microsoft.com/office/officeart/2005/8/layout/vList5"/>
    <dgm:cxn modelId="{0B02AC5B-D633-4E10-AB6F-71FFE4895ADF}" srcId="{B955A5D8-C506-45EC-BF88-65C50DC9BAB6}" destId="{B7221D4F-8119-49B7-8F99-6C06FFB2429F}" srcOrd="1" destOrd="0" parTransId="{0DC59F17-3935-4DFE-9087-A0BC43722408}" sibTransId="{6D260D1C-6DF2-48A9-806A-4F979F71C3B3}"/>
    <dgm:cxn modelId="{2554D048-1380-4B66-9E98-15FDDBA85B0C}" type="presOf" srcId="{EB86C157-7952-4471-89B0-94208B8F0B64}" destId="{8A4F602B-613B-4B19-8368-85B10C071794}" srcOrd="0" destOrd="3" presId="urn:microsoft.com/office/officeart/2005/8/layout/vList5"/>
    <dgm:cxn modelId="{3989384B-BFD8-43D8-899D-970794D8E7FE}" type="presOf" srcId="{8BA694B2-08E6-4F19-8A4D-000DCF909362}" destId="{8A4F602B-613B-4B19-8368-85B10C071794}" srcOrd="0" destOrd="2" presId="urn:microsoft.com/office/officeart/2005/8/layout/vList5"/>
    <dgm:cxn modelId="{2D46646B-32A8-4645-9612-1C17BCD2C752}" type="presOf" srcId="{88CBEAD5-F01C-434D-9192-0C3C99080BF1}" destId="{87D6047A-F970-4C62-8EFD-E399A0DED105}" srcOrd="0" destOrd="0" presId="urn:microsoft.com/office/officeart/2005/8/layout/vList5"/>
    <dgm:cxn modelId="{741DF84C-2A9D-46BD-AAB0-843E27D631D8}" srcId="{B955A5D8-C506-45EC-BF88-65C50DC9BAB6}" destId="{D7F59F5A-2D5E-430E-972D-17ACCBC33645}" srcOrd="2" destOrd="0" parTransId="{C60EF588-2B35-4239-87DE-F922AD6F5E4B}" sibTransId="{3C9F00F8-6455-4E8D-B9D3-2B098A37A4EE}"/>
    <dgm:cxn modelId="{7B1D556F-421A-40BF-9023-1C879A8C55C6}" srcId="{6A26E813-5E0E-45C7-A205-EF03988C079C}" destId="{5388841F-2D5B-4659-834F-F7B5566E1A2F}" srcOrd="2" destOrd="0" parTransId="{1D961D05-4421-4E4A-B8D2-C6A6018EA31F}" sibTransId="{81BD40C5-AFA8-4B0D-BFC7-3C4396B6F46D}"/>
    <dgm:cxn modelId="{CD041677-0B8B-4704-B392-EEF09ED08540}" srcId="{BA463F65-2A9C-4496-8707-8D914D18E1F4}" destId="{8BA694B2-08E6-4F19-8A4D-000DCF909362}" srcOrd="0" destOrd="0" parTransId="{58D06928-80B8-48B3-BF79-E395A6879A9F}" sibTransId="{6DCBA5F5-9B57-4C74-B25C-CF3D2974CD2F}"/>
    <dgm:cxn modelId="{68BCE379-C184-45B1-8C3B-55387C6887D8}" type="presOf" srcId="{B7221D4F-8119-49B7-8F99-6C06FFB2429F}" destId="{87D6047A-F970-4C62-8EFD-E399A0DED105}" srcOrd="0" destOrd="1" presId="urn:microsoft.com/office/officeart/2005/8/layout/vList5"/>
    <dgm:cxn modelId="{F0CA7884-82D4-460F-BA5B-E829DA0A6067}" type="presOf" srcId="{C0548828-B3EE-46FB-98BA-2ECE3C92E737}" destId="{A14DCD21-7973-4B09-B18F-621EA77033AF}" srcOrd="0" destOrd="4" presId="urn:microsoft.com/office/officeart/2005/8/layout/vList5"/>
    <dgm:cxn modelId="{80946C86-87F9-4AA7-BFFE-B0E5B127C476}" type="presOf" srcId="{5388841F-2D5B-4659-834F-F7B5566E1A2F}" destId="{062092CB-E824-4A2B-BC8A-42795226D784}" srcOrd="0" destOrd="0" presId="urn:microsoft.com/office/officeart/2005/8/layout/vList5"/>
    <dgm:cxn modelId="{EA1EA89B-A9F1-4748-AFBF-7686E0E8CD57}" srcId="{EBF3BD1C-3CD9-49C5-B5B1-A3A5255AD0DB}" destId="{C0548828-B3EE-46FB-98BA-2ECE3C92E737}" srcOrd="2" destOrd="0" parTransId="{D3FF8850-81D3-4574-9164-2DFAEE1BCD93}" sibTransId="{0509BF03-485A-4208-90C0-8C0D359C4BD0}"/>
    <dgm:cxn modelId="{CA8E469D-E1AE-4CAC-BDCF-6D5A2D094F60}" srcId="{EBF3BD1C-3CD9-49C5-B5B1-A3A5255AD0DB}" destId="{E1F3713E-5EBF-400A-803A-CB3E191060CC}" srcOrd="0" destOrd="0" parTransId="{1FD2E97E-1018-4466-802B-5E56E17D94E6}" sibTransId="{E6543065-9D19-4CCE-A97E-904783B6C83D}"/>
    <dgm:cxn modelId="{2142F9A5-87D7-4D55-AEA9-AA7683BBAD4A}" type="presOf" srcId="{EBF3BD1C-3CD9-49C5-B5B1-A3A5255AD0DB}" destId="{A14DCD21-7973-4B09-B18F-621EA77033AF}" srcOrd="0" destOrd="1" presId="urn:microsoft.com/office/officeart/2005/8/layout/vList5"/>
    <dgm:cxn modelId="{A38015A8-2D73-485F-9325-D48976D69312}" type="presOf" srcId="{BC4D9478-7AAD-4871-9C7D-C371AD3791FC}" destId="{A14DCD21-7973-4B09-B18F-621EA77033AF}" srcOrd="0" destOrd="5" presId="urn:microsoft.com/office/officeart/2005/8/layout/vList5"/>
    <dgm:cxn modelId="{BA6381A9-C7C8-493B-9714-1A1FF80A6ED0}" srcId="{5388841F-2D5B-4659-834F-F7B5566E1A2F}" destId="{105B3EF7-8B66-4B8C-B3B4-242178FB2DC6}" srcOrd="0" destOrd="0" parTransId="{C7B372D2-ED71-467D-92B0-4B1AC58B200C}" sibTransId="{6923E6D3-1126-46BA-AF79-209DAA0946CD}"/>
    <dgm:cxn modelId="{5D7D8EAB-3C67-401D-A901-BC4F383D2046}" type="presOf" srcId="{D7F59F5A-2D5E-430E-972D-17ACCBC33645}" destId="{87D6047A-F970-4C62-8EFD-E399A0DED105}" srcOrd="0" destOrd="2" presId="urn:microsoft.com/office/officeart/2005/8/layout/vList5"/>
    <dgm:cxn modelId="{51D120AC-9316-4FAA-935B-13D539F82A8E}" srcId="{5388841F-2D5B-4659-834F-F7B5566E1A2F}" destId="{EBF3BD1C-3CD9-49C5-B5B1-A3A5255AD0DB}" srcOrd="1" destOrd="0" parTransId="{D97D9CFD-6C9C-4CE1-AA3B-24795E2F7F77}" sibTransId="{5C25A9FD-54F3-4E7C-8818-8ABFBEBC87C2}"/>
    <dgm:cxn modelId="{7B67D3AC-63A1-4BDC-B6B7-2CAA2C5F0DC6}" type="presOf" srcId="{C7F2851C-16AF-45D2-942E-F92E23AAD14B}" destId="{735CCC6B-B2D1-4D0A-82E4-2E36037231F8}" srcOrd="0" destOrd="0" presId="urn:microsoft.com/office/officeart/2005/8/layout/vList5"/>
    <dgm:cxn modelId="{D7663FBB-2447-4B89-8447-33AE58935BA3}" srcId="{446A002B-F2E2-4747-8607-8C5CDEC1BAF6}" destId="{BA463F65-2A9C-4496-8707-8D914D18E1F4}" srcOrd="1" destOrd="0" parTransId="{B1AE03A6-1170-4576-B93E-2EBB33ED6EBF}" sibTransId="{AE3CD187-CB42-479B-B178-4CB70DCE51A8}"/>
    <dgm:cxn modelId="{C36E0DBE-8D33-459B-B5EE-C32D50CAFB6B}" srcId="{6A26E813-5E0E-45C7-A205-EF03988C079C}" destId="{446A002B-F2E2-4747-8607-8C5CDEC1BAF6}" srcOrd="3" destOrd="0" parTransId="{B45A74DE-51ED-4C44-B791-51526EB79CD6}" sibTransId="{E4B513FF-4CAD-4F9F-A0B6-4AC756A4B600}"/>
    <dgm:cxn modelId="{B779D1C9-79A3-49CB-BEF9-DC2ABC2595D4}" type="presOf" srcId="{7705B7F2-D594-4E53-BE28-87F3A5FEA5FC}" destId="{8A4F602B-613B-4B19-8368-85B10C071794}" srcOrd="0" destOrd="0" presId="urn:microsoft.com/office/officeart/2005/8/layout/vList5"/>
    <dgm:cxn modelId="{DE91F5CC-B1CF-49B9-A269-AC060BEA080D}" type="presOf" srcId="{6A26E813-5E0E-45C7-A205-EF03988C079C}" destId="{C10800ED-5C2D-4DC0-8722-7163A88AEF87}" srcOrd="0" destOrd="0" presId="urn:microsoft.com/office/officeart/2005/8/layout/vList5"/>
    <dgm:cxn modelId="{C59162D1-C36F-4C13-9512-2632F70EB50A}" srcId="{EBF3BD1C-3CD9-49C5-B5B1-A3A5255AD0DB}" destId="{BC4D9478-7AAD-4871-9C7D-C371AD3791FC}" srcOrd="3" destOrd="0" parTransId="{EB2D62C6-924C-459F-A6BD-AA91632F1BEA}" sibTransId="{235B0CC2-6E43-42BD-B502-827F4783394B}"/>
    <dgm:cxn modelId="{348FC2DD-4687-497D-9167-32C1E38F0C77}" type="presOf" srcId="{16B9DC1D-3845-4C0D-A50D-963C63F18EFC}" destId="{A14DCD21-7973-4B09-B18F-621EA77033AF}" srcOrd="0" destOrd="3" presId="urn:microsoft.com/office/officeart/2005/8/layout/vList5"/>
    <dgm:cxn modelId="{B5E1E8E2-95EA-43B0-8E31-A6A267289D36}" srcId="{6A26E813-5E0E-45C7-A205-EF03988C079C}" destId="{C7F2851C-16AF-45D2-942E-F92E23AAD14B}" srcOrd="4" destOrd="0" parTransId="{BC046E2B-D18A-46E9-A2D2-67CDC524F8F4}" sibTransId="{376C9047-ADA2-49C9-821F-94A72E2FCCC9}"/>
    <dgm:cxn modelId="{C2CC0CE5-42EE-4963-9460-1BA5ADF7CEE5}" type="presOf" srcId="{E1F3713E-5EBF-400A-803A-CB3E191060CC}" destId="{A14DCD21-7973-4B09-B18F-621EA77033AF}" srcOrd="0" destOrd="2" presId="urn:microsoft.com/office/officeart/2005/8/layout/vList5"/>
    <dgm:cxn modelId="{8BC23DE6-9C45-46A3-9237-C404C6B7A3E3}" srcId="{BA463F65-2A9C-4496-8707-8D914D18E1F4}" destId="{EB86C157-7952-4471-89B0-94208B8F0B64}" srcOrd="1" destOrd="0" parTransId="{6FD29979-44DA-4337-9E10-31EDB216E9A0}" sibTransId="{8A9F63D7-1B6B-4548-9CF2-0BCF85A09D2D}"/>
    <dgm:cxn modelId="{0F099DED-5D9E-4119-8485-47FD7C94D656}" type="presOf" srcId="{446A002B-F2E2-4747-8607-8C5CDEC1BAF6}" destId="{27A7D28B-4B18-4439-B016-1D4CB55B4D5A}" srcOrd="0" destOrd="0" presId="urn:microsoft.com/office/officeart/2005/8/layout/vList5"/>
    <dgm:cxn modelId="{365E77EE-D290-424D-A1DA-D640AAD4E9AA}" type="presOf" srcId="{6000F918-0C3D-4FA2-8B44-43EBFD6F9893}" destId="{F32015A2-96C0-40AF-A857-EA73200BB6C3}" srcOrd="0" destOrd="0" presId="urn:microsoft.com/office/officeart/2005/8/layout/vList5"/>
    <dgm:cxn modelId="{DDBDE3EF-D8B0-41D8-8BF0-1DCF8AE967E3}" type="presOf" srcId="{105B3EF7-8B66-4B8C-B3B4-242178FB2DC6}" destId="{A14DCD21-7973-4B09-B18F-621EA77033AF}" srcOrd="0" destOrd="0" presId="urn:microsoft.com/office/officeart/2005/8/layout/vList5"/>
    <dgm:cxn modelId="{A31735FB-1B42-46A0-8B7A-2F3AB278E864}" srcId="{EBF3BD1C-3CD9-49C5-B5B1-A3A5255AD0DB}" destId="{16B9DC1D-3845-4C0D-A50D-963C63F18EFC}" srcOrd="1" destOrd="0" parTransId="{63374FEC-D886-4108-A5D9-628F86A1EB72}" sibTransId="{CAFA4C29-DDEC-402D-88A2-A8F9A3E3A432}"/>
    <dgm:cxn modelId="{4B777494-C898-428C-828F-FD487CD00674}" type="presParOf" srcId="{C10800ED-5C2D-4DC0-8722-7163A88AEF87}" destId="{E4086307-2A77-4FED-9A90-73F496FA53F8}" srcOrd="0" destOrd="0" presId="urn:microsoft.com/office/officeart/2005/8/layout/vList5"/>
    <dgm:cxn modelId="{A056E8CB-1C31-482C-AF83-D3ABC8E3B533}" type="presParOf" srcId="{E4086307-2A77-4FED-9A90-73F496FA53F8}" destId="{0CDA47E5-EA45-4492-95AE-97DA219E331C}" srcOrd="0" destOrd="0" presId="urn:microsoft.com/office/officeart/2005/8/layout/vList5"/>
    <dgm:cxn modelId="{1FEB3FA5-001C-4DFE-B4D7-8BF8D564A430}" type="presParOf" srcId="{E4086307-2A77-4FED-9A90-73F496FA53F8}" destId="{87D6047A-F970-4C62-8EFD-E399A0DED105}" srcOrd="1" destOrd="0" presId="urn:microsoft.com/office/officeart/2005/8/layout/vList5"/>
    <dgm:cxn modelId="{81A06E77-70C1-44D3-A291-BAF5D75B2792}" type="presParOf" srcId="{C10800ED-5C2D-4DC0-8722-7163A88AEF87}" destId="{468E935E-9B43-43C4-B0F0-D25E5A60AE76}" srcOrd="1" destOrd="0" presId="urn:microsoft.com/office/officeart/2005/8/layout/vList5"/>
    <dgm:cxn modelId="{6E2A016A-6E11-4B22-995E-2148795EF7F7}" type="presParOf" srcId="{C10800ED-5C2D-4DC0-8722-7163A88AEF87}" destId="{2CCE2A27-39A4-4BC4-921F-47E1CFB621EB}" srcOrd="2" destOrd="0" presId="urn:microsoft.com/office/officeart/2005/8/layout/vList5"/>
    <dgm:cxn modelId="{AE7B193A-6BF5-4A13-B322-11602D66A193}" type="presParOf" srcId="{2CCE2A27-39A4-4BC4-921F-47E1CFB621EB}" destId="{F32015A2-96C0-40AF-A857-EA73200BB6C3}" srcOrd="0" destOrd="0" presId="urn:microsoft.com/office/officeart/2005/8/layout/vList5"/>
    <dgm:cxn modelId="{C3A1AA3C-E40E-499E-B853-B9D2EC8FEB24}" type="presParOf" srcId="{2CCE2A27-39A4-4BC4-921F-47E1CFB621EB}" destId="{E92B3E30-F25E-49E3-92B4-368CAABBC1D0}" srcOrd="1" destOrd="0" presId="urn:microsoft.com/office/officeart/2005/8/layout/vList5"/>
    <dgm:cxn modelId="{9D3B0FDE-34C7-41F5-B9D5-8FD5591D1132}" type="presParOf" srcId="{C10800ED-5C2D-4DC0-8722-7163A88AEF87}" destId="{B1F05AE8-FEFE-406C-ACA5-68FDAC2CB922}" srcOrd="3" destOrd="0" presId="urn:microsoft.com/office/officeart/2005/8/layout/vList5"/>
    <dgm:cxn modelId="{4C7283B4-5BC8-4C28-82CE-ABCD800FABBF}" type="presParOf" srcId="{C10800ED-5C2D-4DC0-8722-7163A88AEF87}" destId="{0F1E2BD9-E4AF-4FBE-9E04-3889B08088B3}" srcOrd="4" destOrd="0" presId="urn:microsoft.com/office/officeart/2005/8/layout/vList5"/>
    <dgm:cxn modelId="{540F153A-5740-432E-BBD7-92FDC64AAC29}" type="presParOf" srcId="{0F1E2BD9-E4AF-4FBE-9E04-3889B08088B3}" destId="{062092CB-E824-4A2B-BC8A-42795226D784}" srcOrd="0" destOrd="0" presId="urn:microsoft.com/office/officeart/2005/8/layout/vList5"/>
    <dgm:cxn modelId="{EF1FE4A4-5C16-4ECF-8FAB-8527590388CA}" type="presParOf" srcId="{0F1E2BD9-E4AF-4FBE-9E04-3889B08088B3}" destId="{A14DCD21-7973-4B09-B18F-621EA77033AF}" srcOrd="1" destOrd="0" presId="urn:microsoft.com/office/officeart/2005/8/layout/vList5"/>
    <dgm:cxn modelId="{6FA00874-39C8-4D1F-8C68-13243633692D}" type="presParOf" srcId="{C10800ED-5C2D-4DC0-8722-7163A88AEF87}" destId="{2CA6A604-F554-46B7-9E54-E612675F02D4}" srcOrd="5" destOrd="0" presId="urn:microsoft.com/office/officeart/2005/8/layout/vList5"/>
    <dgm:cxn modelId="{7EF1EFB7-1CD6-4EEC-BC51-EB4655368E66}" type="presParOf" srcId="{C10800ED-5C2D-4DC0-8722-7163A88AEF87}" destId="{BCA70656-9D0D-4791-93A1-82B653D61584}" srcOrd="6" destOrd="0" presId="urn:microsoft.com/office/officeart/2005/8/layout/vList5"/>
    <dgm:cxn modelId="{B4378FD3-4B7B-4218-8E69-3777CA0D60EC}" type="presParOf" srcId="{BCA70656-9D0D-4791-93A1-82B653D61584}" destId="{27A7D28B-4B18-4439-B016-1D4CB55B4D5A}" srcOrd="0" destOrd="0" presId="urn:microsoft.com/office/officeart/2005/8/layout/vList5"/>
    <dgm:cxn modelId="{E39DD30F-2108-470F-B6EF-CFB97557C5C3}" type="presParOf" srcId="{BCA70656-9D0D-4791-93A1-82B653D61584}" destId="{8A4F602B-613B-4B19-8368-85B10C071794}" srcOrd="1" destOrd="0" presId="urn:microsoft.com/office/officeart/2005/8/layout/vList5"/>
    <dgm:cxn modelId="{1088DC9B-78C8-486C-8ABF-AE882DB56797}" type="presParOf" srcId="{C10800ED-5C2D-4DC0-8722-7163A88AEF87}" destId="{A0FB9656-F7C4-45B8-9192-7AC1A8CCA853}" srcOrd="7" destOrd="0" presId="urn:microsoft.com/office/officeart/2005/8/layout/vList5"/>
    <dgm:cxn modelId="{92092DF0-220B-4ED4-9AD7-558633C7ADF4}" type="presParOf" srcId="{C10800ED-5C2D-4DC0-8722-7163A88AEF87}" destId="{F6359BAF-F41A-490F-B9C2-CCE7CBC94872}" srcOrd="8" destOrd="0" presId="urn:microsoft.com/office/officeart/2005/8/layout/vList5"/>
    <dgm:cxn modelId="{84CF0C26-FABE-4EF4-85E6-39FF3BF4BFD4}" type="presParOf" srcId="{F6359BAF-F41A-490F-B9C2-CCE7CBC94872}" destId="{735CCC6B-B2D1-4D0A-82E4-2E36037231F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6047A-F970-4C62-8EFD-E399A0DED105}">
      <dsp:nvSpPr>
        <dsp:cNvPr id="0" name=""/>
        <dsp:cNvSpPr/>
      </dsp:nvSpPr>
      <dsp:spPr>
        <a:xfrm rot="5400000">
          <a:off x="5112173" y="-2080647"/>
          <a:ext cx="829733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Loading and Saving EMG Data (from .mat to .txt)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Input: .mat file </a:t>
          </a:r>
          <a:r>
            <a:rPr lang="en-US" sz="1200" kern="1200" noProof="0" dirty="0">
              <a:sym typeface="Wingdings" panose="05000000000000000000" pitchFamily="2" charset="2"/>
            </a:rPr>
            <a:t> </a:t>
          </a:r>
          <a:r>
            <a:rPr lang="en-US" sz="1200" kern="1200" noProof="0" dirty="0"/>
            <a:t>extract EMG &amp; timestamps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Output: .txt </a:t>
          </a:r>
          <a:r>
            <a:rPr lang="en-US" sz="1200" kern="1200" noProof="0" dirty="0">
              <a:sym typeface="Wingdings" panose="05000000000000000000" pitchFamily="2" charset="2"/>
            </a:rPr>
            <a:t> </a:t>
          </a:r>
          <a:r>
            <a:rPr lang="en-US" sz="1200" kern="1200" noProof="0" dirty="0"/>
            <a:t>(channel 1 + timestamp)</a:t>
          </a:r>
        </a:p>
      </dsp:txBody>
      <dsp:txXfrm rot="-5400000">
        <a:off x="2926080" y="145950"/>
        <a:ext cx="5161416" cy="748725"/>
      </dsp:txXfrm>
    </dsp:sp>
    <dsp:sp modelId="{0CDA47E5-EA45-4492-95AE-97DA219E331C}">
      <dsp:nvSpPr>
        <dsp:cNvPr id="0" name=""/>
        <dsp:cNvSpPr/>
      </dsp:nvSpPr>
      <dsp:spPr>
        <a:xfrm>
          <a:off x="0" y="1728"/>
          <a:ext cx="2926080" cy="1037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Upload files:</a:t>
          </a:r>
        </a:p>
      </dsp:txBody>
      <dsp:txXfrm>
        <a:off x="50630" y="52358"/>
        <a:ext cx="2824820" cy="935906"/>
      </dsp:txXfrm>
    </dsp:sp>
    <dsp:sp modelId="{E92B3E30-F25E-49E3-92B4-368CAABBC1D0}">
      <dsp:nvSpPr>
        <dsp:cNvPr id="0" name=""/>
        <dsp:cNvSpPr/>
      </dsp:nvSpPr>
      <dsp:spPr>
        <a:xfrm rot="5400000">
          <a:off x="5302879" y="-1088291"/>
          <a:ext cx="448321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Scale Signal to Microvolts</a:t>
          </a:r>
        </a:p>
      </dsp:txBody>
      <dsp:txXfrm rot="-5400000">
        <a:off x="2926080" y="1310393"/>
        <a:ext cx="5180035" cy="404551"/>
      </dsp:txXfrm>
    </dsp:sp>
    <dsp:sp modelId="{F32015A2-96C0-40AF-A857-EA73200BB6C3}">
      <dsp:nvSpPr>
        <dsp:cNvPr id="0" name=""/>
        <dsp:cNvSpPr/>
      </dsp:nvSpPr>
      <dsp:spPr>
        <a:xfrm>
          <a:off x="0" y="1090753"/>
          <a:ext cx="2926080" cy="8438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Get only the last minute of data</a:t>
          </a:r>
        </a:p>
      </dsp:txBody>
      <dsp:txXfrm>
        <a:off x="41192" y="1131945"/>
        <a:ext cx="2843696" cy="761444"/>
      </dsp:txXfrm>
    </dsp:sp>
    <dsp:sp modelId="{A14DCD21-7973-4B09-B18F-621EA77033AF}">
      <dsp:nvSpPr>
        <dsp:cNvPr id="0" name=""/>
        <dsp:cNvSpPr/>
      </dsp:nvSpPr>
      <dsp:spPr>
        <a:xfrm rot="5400000">
          <a:off x="4808540" y="101122"/>
          <a:ext cx="1426203" cy="51968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Input: Raw EMG signal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Output: A </a:t>
          </a:r>
          <a:r>
            <a:rPr lang="en-US" sz="1200" kern="1200" noProof="0" dirty="0" err="1"/>
            <a:t>DataFrame</a:t>
          </a:r>
          <a:r>
            <a:rPr lang="en-US" sz="1200" kern="1200" noProof="0" dirty="0"/>
            <a:t> with different signal transformations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i="0" strike="noStrike" kern="1200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nk.emg_clean</a:t>
          </a:r>
          <a:r>
            <a:rPr lang="en-US" sz="1200" kern="1200" noProof="0" dirty="0"/>
            <a:t>: (20–450 Hz bandpass)</a:t>
          </a:r>
          <a:endParaRPr kumimoji="0" lang="en-US" sz="1200" i="0" strike="noStrike" kern="1200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i="0" strike="noStrike" kern="1200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np.abs</a:t>
          </a:r>
          <a:r>
            <a:rPr lang="en-US" sz="1200" kern="1200" noProof="0" dirty="0"/>
            <a:t>: rectifies the signal.</a:t>
          </a:r>
          <a:endParaRPr kumimoji="0" lang="en-US" sz="1200" i="0" strike="noStrike" kern="1200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i="0" strike="noStrike" kern="1200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nk.signal_smooth</a:t>
          </a:r>
          <a:r>
            <a:rPr lang="en-US" sz="1200" kern="1200" noProof="0" dirty="0"/>
            <a:t>: smooth the rectified signal </a:t>
          </a:r>
          <a:endParaRPr kumimoji="0" lang="en-US" sz="1200" i="0" strike="noStrike" kern="1200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i="0" strike="noStrike" kern="1200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</a:rPr>
            <a:t>nk.emg_amplitude</a:t>
          </a:r>
          <a:r>
            <a:rPr lang="en-US" sz="1200" kern="1200" noProof="0" dirty="0"/>
            <a:t>: estimates the amplitude envelope</a:t>
          </a:r>
          <a:endParaRPr kumimoji="0" lang="en-US" sz="1200" i="0" strike="noStrike" kern="1200" cap="none" normalizeH="0" baseline="0" noProof="0" dirty="0">
            <a:ln>
              <a:noFill/>
            </a:ln>
            <a:solidFill>
              <a:schemeClr val="tx1"/>
            </a:solidFill>
            <a:effectLst/>
          </a:endParaRPr>
        </a:p>
      </dsp:txBody>
      <dsp:txXfrm rot="-5400000">
        <a:off x="2923223" y="2056061"/>
        <a:ext cx="5127218" cy="1286961"/>
      </dsp:txXfrm>
    </dsp:sp>
    <dsp:sp modelId="{062092CB-E824-4A2B-BC8A-42795226D784}">
      <dsp:nvSpPr>
        <dsp:cNvPr id="0" name=""/>
        <dsp:cNvSpPr/>
      </dsp:nvSpPr>
      <dsp:spPr>
        <a:xfrm>
          <a:off x="0" y="2180959"/>
          <a:ext cx="2923222" cy="1037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Preprocess signal:</a:t>
          </a:r>
        </a:p>
      </dsp:txBody>
      <dsp:txXfrm>
        <a:off x="50630" y="2231589"/>
        <a:ext cx="2821962" cy="935906"/>
      </dsp:txXfrm>
    </dsp:sp>
    <dsp:sp modelId="{8A4F602B-613B-4B19-8368-85B10C071794}">
      <dsp:nvSpPr>
        <dsp:cNvPr id="0" name=""/>
        <dsp:cNvSpPr/>
      </dsp:nvSpPr>
      <dsp:spPr>
        <a:xfrm rot="5400000">
          <a:off x="5090898" y="1382126"/>
          <a:ext cx="872282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en-US" sz="1200" i="0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</a:rPr>
            <a:t>Divides the EMG signal into equal-length segments.</a:t>
          </a:r>
          <a:endParaRPr lang="en-US" sz="1200" kern="1200" noProof="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en-US" sz="1200" i="0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</a:rPr>
            <a:t>Extracts 10 features per segment, using the </a:t>
          </a:r>
          <a:r>
            <a:rPr kumimoji="0" lang="en-US" sz="1200" i="0" strike="noStrike" kern="1200" cap="none" normalizeH="0" baseline="0" noProof="0" dirty="0" err="1">
              <a:ln>
                <a:noFill/>
              </a:ln>
              <a:solidFill>
                <a:schemeClr val="tx1"/>
              </a:solidFill>
              <a:effectLst/>
              <a:hlinkClick xmlns:r="http://schemas.openxmlformats.org/officeDocument/2006/relationships" r:id="rId1"/>
            </a:rPr>
            <a:t>pysiology</a:t>
          </a:r>
          <a:r>
            <a:rPr kumimoji="0" lang="en-US" sz="1200" i="0" strike="noStrike" kern="1200" cap="none" normalizeH="0" baseline="0" noProof="0" dirty="0">
              <a:ln>
                <a:noFill/>
              </a:ln>
              <a:solidFill>
                <a:schemeClr val="tx1"/>
              </a:solidFill>
              <a:effectLst/>
            </a:rPr>
            <a:t> library</a:t>
          </a:r>
          <a:endParaRPr lang="en-US" sz="1200" kern="1200" noProof="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Time-Domain: MAV, RMS, WL, ZC, IEMG, WAMP, VAR, </a:t>
          </a:r>
          <a:r>
            <a:rPr lang="en-US" sz="1200" kern="1200" noProof="0" dirty="0" err="1"/>
            <a:t>LogD</a:t>
          </a:r>
          <a:endParaRPr lang="en-US" sz="1200" kern="1200" noProof="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noProof="0" dirty="0"/>
            <a:t>Frequency-Domain: MNF, MDF</a:t>
          </a:r>
        </a:p>
      </dsp:txBody>
      <dsp:txXfrm rot="-5400000">
        <a:off x="2926080" y="3589526"/>
        <a:ext cx="5159339" cy="787120"/>
      </dsp:txXfrm>
    </dsp:sp>
    <dsp:sp modelId="{27A7D28B-4B18-4439-B016-1D4CB55B4D5A}">
      <dsp:nvSpPr>
        <dsp:cNvPr id="0" name=""/>
        <dsp:cNvSpPr/>
      </dsp:nvSpPr>
      <dsp:spPr>
        <a:xfrm>
          <a:off x="0" y="3464502"/>
          <a:ext cx="2926080" cy="10371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Segment-based feature extraction</a:t>
          </a:r>
        </a:p>
      </dsp:txBody>
      <dsp:txXfrm>
        <a:off x="50630" y="3515132"/>
        <a:ext cx="2824820" cy="935906"/>
      </dsp:txXfrm>
    </dsp:sp>
    <dsp:sp modelId="{735CCC6B-B2D1-4D0A-82E4-2E36037231F8}">
      <dsp:nvSpPr>
        <dsp:cNvPr id="0" name=""/>
        <dsp:cNvSpPr/>
      </dsp:nvSpPr>
      <dsp:spPr>
        <a:xfrm>
          <a:off x="0" y="4553527"/>
          <a:ext cx="2926080" cy="863410"/>
        </a:xfrm>
        <a:prstGeom prst="roundRect">
          <a:avLst/>
        </a:prstGeom>
        <a:solidFill>
          <a:srgbClr val="156082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US" sz="1800" kern="1200" noProof="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Save processed features to file</a:t>
          </a:r>
        </a:p>
      </dsp:txBody>
      <dsp:txXfrm>
        <a:off x="42148" y="4595675"/>
        <a:ext cx="2841784" cy="779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6D3B-CA72-4AEB-D226-66FBA6F7E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01006-C7CC-6BC9-921F-B8BFC51DD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96611-7504-E990-50E7-8A6504D4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D976B-DB1A-F39A-F957-4F22BF2A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69F07-DC08-ECD8-76A3-CE717469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615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9DE9-B721-9D0C-C0A5-FE36AE50E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1AE48-3BAC-B3F9-024C-9C888865F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396F0-35B5-1245-6D95-917A4BAB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FCEC6-59DA-4CF5-6C4F-C79FB96C2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10915-BA8A-611F-50A8-E0E078B4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21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4C9D-A590-32D3-C92F-A8EB0AB8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6A19F-F36A-090E-E29C-9F67C04F1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E5EFF-24A6-B633-404D-447F37EF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29C7C-BACD-2D94-674F-34894BB8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A0B4-B7A2-3DF0-A398-E15326A2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5145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281A-6FA5-CC5C-11A7-141BBE493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22549-3668-8A87-3619-0C6494D55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6447E-C4DF-6F5A-9A54-5BA54BE49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3B3F5-A945-2657-75DD-18502D14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03B0C-4060-FE45-5655-86BFA1D3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F8971-56B2-22E0-A478-B003F2C0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216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2091-6338-48FB-D34D-C323C46D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7EE0A-F8AD-F5C4-0291-2B47FFD79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DE046-D7BF-2732-72BC-1A0D240FA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AF1D4-183B-8183-E43D-144C4C27B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6E0CA-EB7B-4211-0D7D-491F61329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74CD0-ABA8-52DE-401F-2B3B686E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1EA9B-A1B0-80DD-624A-B0FC8FD4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79F3D-2106-3AD2-0CB4-F1602E55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504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9E9E-A38D-FEA6-23FC-18CCFE22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DF5D2-BA8C-779F-48CF-199415BA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C5612-6CC7-C893-1A31-9C6C09C0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68899-8106-B31C-9D58-0510EF80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669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777AC-E13D-873D-BF06-909F67E7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D1988-2834-C832-9F5C-648D84A9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874F0-6F3A-E248-AD0B-8831BED7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4954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F01E-035D-F07A-9D29-FD91EAA87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48BC6-BC0C-C8BF-138F-59D45ECF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D6E31-22D3-22D8-D4B1-9AADBF2F2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E2A3C-984B-3740-68B0-7EE9E7A4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CE42C-AA55-576F-5F6E-DDDCE749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B59C6-4D21-D923-9936-C155E640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228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8AD83-71E7-210B-5681-BE7F2284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82F080-4953-97E6-B3FA-E151D8366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569F9-C434-ECA2-C547-3C7CEC1DC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37A4A-368C-2AE4-2A55-F171190D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31577-4B89-CBFC-1A35-1048237C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37308-3AFF-B2A5-3F46-464BE663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6478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5996-EFC8-04AF-2829-FA865189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EB9CE-0FB1-59F2-2CD3-8042A33FF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100FA-A75B-B063-7B5F-58132E121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599C2-93B3-90A5-0CD4-58210997D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115A9-B104-5227-9A48-ADAD50B3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545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2AA40-7016-F2A2-B0BE-035060789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02EB8-2065-1DDC-2C9E-0FD4F11AD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E8872-8E87-F2D7-43D0-9392ACB5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A1187-E3B7-A141-E08E-AA496497A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9010E-EB5B-690F-F45E-E5C61EDC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52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F6EEC-63DF-C4BA-38B3-AA7DBFF6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FC56-BFF5-973C-6C00-6E540345C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D9F46-0210-47CC-B375-C6C02C9A0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CBC94-CAB0-4BDA-A68D-1B934C530CE1}" type="datetimeFigureOut">
              <a:rPr lang="es-CO" smtClean="0"/>
              <a:t>20/06/2025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229AD-DD9A-C29D-6AAF-1B7906126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8BF40-B0C1-34A5-F167-761E514A8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408321-30AA-46FE-A41F-DF6BDACA8DF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98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F242F30-5B9F-A6D4-6650-524843301BD9}"/>
              </a:ext>
            </a:extLst>
          </p:cNvPr>
          <p:cNvSpPr txBox="1"/>
          <p:nvPr/>
        </p:nvSpPr>
        <p:spPr>
          <a:xfrm>
            <a:off x="984096" y="1535482"/>
            <a:ext cx="8523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noProof="0" dirty="0"/>
            </a:br>
            <a:endParaRPr lang="en-US" noProof="0" dirty="0"/>
          </a:p>
        </p:txBody>
      </p:sp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5E1CF633-4919-4C70-6125-182DE1ECE7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7139602"/>
              </p:ext>
            </p:extLst>
          </p:nvPr>
        </p:nvGraphicFramePr>
        <p:xfrm>
          <a:off x="1894114" y="99910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" name="Title 1">
            <a:extLst>
              <a:ext uri="{FF2B5EF4-FFF2-40B4-BE49-F238E27FC236}">
                <a16:creationId xmlns:a16="http://schemas.microsoft.com/office/drawing/2014/main" id="{BD00AFF5-F036-D708-9B56-8414D1E147D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4295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EMG processing pipeline</a:t>
            </a:r>
          </a:p>
        </p:txBody>
      </p:sp>
    </p:spTree>
    <p:extLst>
      <p:ext uri="{BB962C8B-B14F-4D97-AF65-F5344CB8AC3E}">
        <p14:creationId xmlns:p14="http://schemas.microsoft.com/office/powerpoint/2010/main" val="17310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155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Franco Ochoa</dc:creator>
  <cp:lastModifiedBy>Mariana Franco Ochoa</cp:lastModifiedBy>
  <cp:revision>3</cp:revision>
  <dcterms:created xsi:type="dcterms:W3CDTF">2025-06-20T17:02:33Z</dcterms:created>
  <dcterms:modified xsi:type="dcterms:W3CDTF">2025-06-20T18:38:41Z</dcterms:modified>
</cp:coreProperties>
</file>